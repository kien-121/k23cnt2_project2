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9" r:id="rId3"/>
    <p:sldId id="257" r:id="rId4"/>
    <p:sldId id="260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F9D0D-0635-4943-A8F6-05518563799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E880-C982-4703-92B5-2622CB333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515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F9D0D-0635-4943-A8F6-05518563799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E880-C982-4703-92B5-2622CB333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150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F9D0D-0635-4943-A8F6-05518563799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E880-C982-4703-92B5-2622CB333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665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F9D0D-0635-4943-A8F6-05518563799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E880-C982-4703-92B5-2622CB333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33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F9D0D-0635-4943-A8F6-05518563799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E880-C982-4703-92B5-2622CB333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65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F9D0D-0635-4943-A8F6-05518563799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E880-C982-4703-92B5-2622CB333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390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F9D0D-0635-4943-A8F6-05518563799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E880-C982-4703-92B5-2622CB333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912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F9D0D-0635-4943-A8F6-05518563799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E880-C982-4703-92B5-2622CB333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231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F9D0D-0635-4943-A8F6-05518563799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E880-C982-4703-92B5-2622CB333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776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F9D0D-0635-4943-A8F6-05518563799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E880-C982-4703-92B5-2622CB333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850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F9D0D-0635-4943-A8F6-05518563799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E880-C982-4703-92B5-2622CB333ADC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205250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F9D0D-0635-4943-A8F6-05518563799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E880-C982-4703-92B5-2622CB333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0673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F9D0D-0635-4943-A8F6-05518563799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E880-C982-4703-92B5-2622CB333AD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478058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F9D0D-0635-4943-A8F6-05518563799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E880-C982-4703-92B5-2622CB333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340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F9D0D-0635-4943-A8F6-05518563799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E880-C982-4703-92B5-2622CB333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263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F9D0D-0635-4943-A8F6-05518563799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E880-C982-4703-92B5-2622CB333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401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2F9D0D-0635-4943-A8F6-05518563799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F4E880-C982-4703-92B5-2622CB333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261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930443"/>
            <a:ext cx="7155670" cy="1860884"/>
          </a:xfrm>
        </p:spPr>
        <p:txBody>
          <a:bodyPr/>
          <a:lstStyle/>
          <a:p>
            <a:pPr algn="ctr"/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Đề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tài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HỆ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THỐNG BÁN ĐỒ ĂN NHANH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07067" y="3722120"/>
            <a:ext cx="881093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Giảng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viên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hướng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dẫn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Trịnh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Văn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Trung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Nhóm</a:t>
            </a:r>
            <a:r>
              <a:rPr lang="en-US" altLang="en-US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b="1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gồm</a:t>
            </a:r>
            <a:r>
              <a:rPr lang="en-US" altLang="en-US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b="1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các</a:t>
            </a:r>
            <a:r>
              <a:rPr lang="en-US" altLang="en-US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b="1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thành</a:t>
            </a:r>
            <a:r>
              <a:rPr lang="en-US" altLang="en-US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b="1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viên</a:t>
            </a:r>
            <a:r>
              <a:rPr lang="en-US" altLang="en-US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Nông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 Van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Hưng</a:t>
            </a:r>
            <a:r>
              <a:rPr lang="en-US" altLang="en-US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Nguyễn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Văn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Kiên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Nguyễn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Văn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Sơn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Lớp</a:t>
            </a:r>
            <a:r>
              <a:rPr lang="en-US" altLang="en-US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 K23CNT2.</a:t>
            </a: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Trường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Đại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học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Nguyễn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Trãi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Khoa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Công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nghệ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Thông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Giao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diện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Hiện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đại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chuyên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nghiệp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Nội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dung: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12 slide</a:t>
            </a:r>
          </a:p>
        </p:txBody>
      </p:sp>
    </p:spTree>
    <p:extLst>
      <p:ext uri="{BB962C8B-B14F-4D97-AF65-F5344CB8AC3E}">
        <p14:creationId xmlns:p14="http://schemas.microsoft.com/office/powerpoint/2010/main" val="3832618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1.Giới </a:t>
            </a:r>
            <a:r>
              <a:rPr lang="en-US" b="1" dirty="0" err="1" smtClean="0">
                <a:solidFill>
                  <a:schemeClr val="tx1"/>
                </a:solidFill>
              </a:rPr>
              <a:t>thiệu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 err="1" smtClean="0">
                <a:solidFill>
                  <a:schemeClr val="tx1"/>
                </a:solidFill>
              </a:rPr>
              <a:t>đề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 err="1" smtClean="0">
                <a:solidFill>
                  <a:schemeClr val="tx1"/>
                </a:solidFill>
              </a:rPr>
              <a:t>bài</a:t>
            </a:r>
            <a:r>
              <a:rPr lang="en-US" b="1" dirty="0">
                <a:solidFill>
                  <a:schemeClr val="tx1"/>
                </a:solidFill>
              </a:rPr>
              <a:t>.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677863" y="3918426"/>
          <a:ext cx="8596312" cy="365760"/>
        </p:xfrm>
        <a:graphic>
          <a:graphicData uri="http://schemas.openxmlformats.org/drawingml/2006/table">
            <a:tbl>
              <a:tblPr/>
              <a:tblGrid>
                <a:gridCol w="8596312">
                  <a:extLst>
                    <a:ext uri="{9D8B030D-6E8A-4147-A177-3AD203B41FA5}">
                      <a16:colId xmlns:a16="http://schemas.microsoft.com/office/drawing/2014/main" val="7715047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6118459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874061"/>
              </p:ext>
            </p:extLst>
          </p:nvPr>
        </p:nvGraphicFramePr>
        <p:xfrm>
          <a:off x="677334" y="2261937"/>
          <a:ext cx="8596841" cy="2296569"/>
        </p:xfrm>
        <a:graphic>
          <a:graphicData uri="http://schemas.openxmlformats.org/drawingml/2006/table">
            <a:tbl>
              <a:tblPr/>
              <a:tblGrid>
                <a:gridCol w="8596841">
                  <a:extLst>
                    <a:ext uri="{9D8B030D-6E8A-4147-A177-3AD203B41FA5}">
                      <a16:colId xmlns:a16="http://schemas.microsoft.com/office/drawing/2014/main" val="2372078886"/>
                    </a:ext>
                  </a:extLst>
                </a:gridCol>
              </a:tblGrid>
              <a:tr h="2296569">
                <a:tc>
                  <a:txBody>
                    <a:bodyPr/>
                    <a:lstStyle/>
                    <a:p>
                      <a:r>
                        <a:rPr lang="en-US" dirty="0"/>
                        <a:t>- </a:t>
                      </a:r>
                      <a:r>
                        <a:rPr lang="en-US" dirty="0" err="1"/>
                        <a:t>Mục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tiêu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xây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dựng</a:t>
                      </a:r>
                      <a:r>
                        <a:rPr lang="en-US" dirty="0"/>
                        <a:t> website </a:t>
                      </a:r>
                      <a:r>
                        <a:rPr lang="en-US" dirty="0" err="1"/>
                        <a:t>đặt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món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ăn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nhanh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trực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tuyến</a:t>
                      </a:r>
                      <a:r>
                        <a:rPr lang="en-US" dirty="0"/>
                        <a:t>.</a:t>
                      </a:r>
                      <a:br>
                        <a:rPr lang="en-US" dirty="0"/>
                      </a:br>
                      <a:r>
                        <a:rPr lang="en-US" dirty="0"/>
                        <a:t>- </a:t>
                      </a:r>
                      <a:r>
                        <a:rPr lang="en-US" dirty="0" err="1"/>
                        <a:t>Ứng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dụng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mô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hình</a:t>
                      </a:r>
                      <a:r>
                        <a:rPr lang="en-US" dirty="0"/>
                        <a:t> 3 </a:t>
                      </a:r>
                      <a:r>
                        <a:rPr lang="en-US" dirty="0" err="1"/>
                        <a:t>lớp</a:t>
                      </a:r>
                      <a:r>
                        <a:rPr lang="en-US" dirty="0"/>
                        <a:t> (MVC) </a:t>
                      </a:r>
                      <a:r>
                        <a:rPr lang="en-US" dirty="0" err="1"/>
                        <a:t>giúp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tách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biệt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giao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diện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xử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lý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dữ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liệu</a:t>
                      </a:r>
                      <a:r>
                        <a:rPr lang="en-US" dirty="0"/>
                        <a:t>.</a:t>
                      </a:r>
                      <a:br>
                        <a:rPr lang="en-US" dirty="0"/>
                      </a:br>
                      <a:r>
                        <a:rPr lang="en-US" dirty="0"/>
                        <a:t>- </a:t>
                      </a:r>
                      <a:r>
                        <a:rPr lang="en-US" dirty="0" err="1"/>
                        <a:t>Công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nghệ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sử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dụng</a:t>
                      </a:r>
                      <a:r>
                        <a:rPr lang="en-US" dirty="0"/>
                        <a:t>: ASP.NET Core, SQL Server, HTML/CSS/Bootstrap.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0967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5277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2. </a:t>
            </a:r>
            <a:r>
              <a:rPr lang="en-US" b="1" dirty="0" err="1">
                <a:solidFill>
                  <a:schemeClr val="tx1"/>
                </a:solidFill>
              </a:rPr>
              <a:t>Phân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tích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hệ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 smtClean="0">
                <a:solidFill>
                  <a:schemeClr val="tx1"/>
                </a:solidFill>
              </a:rPr>
              <a:t>thống</a:t>
            </a:r>
            <a:r>
              <a:rPr lang="en-US" b="1" dirty="0" smtClean="0">
                <a:solidFill>
                  <a:schemeClr val="tx1"/>
                </a:solidFill>
              </a:rPr>
              <a:t>.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43276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</p:txBody>
      </p:sp>
      <p:sp>
        <p:nvSpPr>
          <p:cNvPr id="8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677334" y="3013501"/>
            <a:ext cx="920460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Mô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hình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cơ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sở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gồm:Bảng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Khách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Sản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phẩm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Danh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mục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Đơn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Nhân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viên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Chi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tiết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đơn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chức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năng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chính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được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phân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theo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vai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trò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(Admin / Customer).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Áp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dụng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mô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hình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MVC (Model – View – Controller)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4098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</a:rPr>
              <a:t>3.</a:t>
            </a:r>
            <a:r>
              <a:rPr lang="vi-VN" sz="3600" b="1" dirty="0">
                <a:solidFill>
                  <a:schemeClr val="tx1"/>
                </a:solidFill>
              </a:rPr>
              <a:t> Thiết kế cơ sở dữ </a:t>
            </a:r>
            <a:r>
              <a:rPr lang="vi-VN" sz="3600" b="1" dirty="0" smtClean="0">
                <a:solidFill>
                  <a:schemeClr val="tx1"/>
                </a:solidFill>
              </a:rPr>
              <a:t>liệu</a:t>
            </a:r>
            <a:r>
              <a:rPr lang="en-US" sz="3600" b="1" dirty="0" smtClean="0">
                <a:solidFill>
                  <a:schemeClr val="tx1"/>
                </a:solidFill>
              </a:rPr>
              <a:t>.</a:t>
            </a:r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6697" y="2200365"/>
            <a:ext cx="4183062" cy="2241750"/>
          </a:xfrm>
        </p:spPr>
      </p:pic>
      <p:sp>
        <p:nvSpPr>
          <p:cNvPr id="7" name="Rectangle 1"/>
          <p:cNvSpPr>
            <a:spLocks noGrp="1" noChangeArrowheads="1"/>
          </p:cNvSpPr>
          <p:nvPr>
            <p:ph sz="half" idx="2"/>
          </p:nvPr>
        </p:nvSpPr>
        <p:spPr bwMode="auto">
          <a:xfrm>
            <a:off x="391887" y="1666471"/>
            <a:ext cx="529481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800" dirty="0" err="1"/>
              <a:t>Mô</a:t>
            </a:r>
            <a:r>
              <a:rPr lang="en-US" sz="1800" dirty="0"/>
              <a:t> </a:t>
            </a:r>
            <a:r>
              <a:rPr lang="en-US" sz="1800" dirty="0" err="1"/>
              <a:t>hình</a:t>
            </a:r>
            <a:r>
              <a:rPr lang="en-US" sz="1800" dirty="0"/>
              <a:t> ERD </a:t>
            </a:r>
            <a:r>
              <a:rPr lang="en-US" sz="1800" dirty="0" err="1"/>
              <a:t>thể</a:t>
            </a:r>
            <a:r>
              <a:rPr lang="en-US" sz="1800" dirty="0"/>
              <a:t> </a:t>
            </a:r>
            <a:r>
              <a:rPr lang="en-US" sz="1800" dirty="0" err="1"/>
              <a:t>hiện</a:t>
            </a:r>
            <a:r>
              <a:rPr lang="en-US" sz="1800" dirty="0"/>
              <a:t> </a:t>
            </a:r>
            <a:r>
              <a:rPr lang="en-US" sz="1800" dirty="0" err="1"/>
              <a:t>các</a:t>
            </a:r>
            <a:r>
              <a:rPr lang="en-US" sz="1800" dirty="0"/>
              <a:t> </a:t>
            </a:r>
            <a:r>
              <a:rPr lang="en-US" sz="1800" dirty="0" err="1"/>
              <a:t>quan</a:t>
            </a:r>
            <a:r>
              <a:rPr lang="en-US" sz="1800" dirty="0"/>
              <a:t> </a:t>
            </a:r>
            <a:r>
              <a:rPr lang="en-US" sz="1800" dirty="0" err="1"/>
              <a:t>hệ</a:t>
            </a:r>
            <a:r>
              <a:rPr lang="en-US" sz="1800" dirty="0"/>
              <a:t> </a:t>
            </a:r>
            <a:r>
              <a:rPr lang="en-US" sz="1800" dirty="0" err="1"/>
              <a:t>giữa</a:t>
            </a:r>
            <a:r>
              <a:rPr lang="en-US" sz="1800" dirty="0"/>
              <a:t> </a:t>
            </a:r>
            <a:r>
              <a:rPr lang="en-US" sz="1800" dirty="0" err="1"/>
              <a:t>bảng</a:t>
            </a:r>
            <a:r>
              <a:rPr lang="en-US" sz="1800" dirty="0"/>
              <a:t>:</a:t>
            </a: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KhachHang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 – n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DonHang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➜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Mỗi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khách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có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thể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có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nhiều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đơn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DonHang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 – n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ChiTietDonHang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➜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Một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đơn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chứa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nhiều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sản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phẩm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SanPham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 – n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ChiTietDonHang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➜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Một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sản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phẩm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có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thể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thuộc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nhiều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đơn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DanhMuc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 – n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SanPham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➜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Mỗi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danh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mục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có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nhiều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sản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phẩm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KhachHang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 – n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GioHang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➜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Mỗi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khách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có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thể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có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nhiều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sản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phẩm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trong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giỏ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SanPham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 – n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GioHang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➜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Một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sản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phẩm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có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thể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xuất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hiện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trong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nhiều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giỏ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0713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tx1"/>
                </a:solidFill>
              </a:rPr>
              <a:t>4. </a:t>
            </a:r>
            <a:r>
              <a:rPr lang="en-US" b="1" dirty="0" err="1">
                <a:solidFill>
                  <a:schemeClr val="tx1"/>
                </a:solidFill>
              </a:rPr>
              <a:t>Giao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diện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khách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hàng</a:t>
            </a:r>
            <a:r>
              <a:rPr lang="en-US" b="1" dirty="0">
                <a:solidFill>
                  <a:schemeClr val="tx1"/>
                </a:solidFill>
              </a:rPr>
              <a:t>.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216883" cy="3691571"/>
          </a:xfrm>
        </p:spPr>
        <p:txBody>
          <a:bodyPr>
            <a:normAutofit/>
          </a:bodyPr>
          <a:lstStyle/>
          <a:p>
            <a:pPr lvl="0"/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dàng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qua </a:t>
            </a:r>
            <a:r>
              <a:rPr lang="en-US" b="1" dirty="0" err="1"/>
              <a:t>thanh</a:t>
            </a:r>
            <a:r>
              <a:rPr lang="en-US" b="1" dirty="0"/>
              <a:t> </a:t>
            </a:r>
            <a:r>
              <a:rPr lang="en-US" b="1" dirty="0" err="1"/>
              <a:t>điều</a:t>
            </a:r>
            <a:r>
              <a:rPr lang="en-US" b="1" dirty="0"/>
              <a:t> </a:t>
            </a:r>
            <a:r>
              <a:rPr lang="en-US" b="1" dirty="0" err="1"/>
              <a:t>hướng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sản</a:t>
            </a:r>
            <a:r>
              <a:rPr lang="en-US" b="1" dirty="0"/>
              <a:t> </a:t>
            </a:r>
            <a:r>
              <a:rPr lang="en-US" b="1" dirty="0" err="1"/>
              <a:t>phẩm</a:t>
            </a:r>
            <a:r>
              <a:rPr lang="en-US" b="1" dirty="0"/>
              <a:t> </a:t>
            </a:r>
            <a:r>
              <a:rPr lang="en-US" b="1" dirty="0" err="1"/>
              <a:t>nổi</a:t>
            </a:r>
            <a:r>
              <a:rPr lang="en-US" b="1" dirty="0"/>
              <a:t> </a:t>
            </a:r>
            <a:r>
              <a:rPr lang="en-US" b="1" dirty="0" err="1"/>
              <a:t>bật</a:t>
            </a:r>
            <a:r>
              <a:rPr lang="en-US" b="1" dirty="0"/>
              <a:t>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khuyến</a:t>
            </a:r>
            <a:r>
              <a:rPr lang="en-US" b="1" dirty="0"/>
              <a:t> </a:t>
            </a:r>
            <a:r>
              <a:rPr lang="en-US" b="1" dirty="0" err="1"/>
              <a:t>mãi</a:t>
            </a:r>
            <a:r>
              <a:rPr lang="en-US" dirty="0"/>
              <a:t> </a:t>
            </a:r>
            <a:r>
              <a:rPr lang="en-US" dirty="0" err="1"/>
              <a:t>ngay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.</a:t>
            </a:r>
          </a:p>
          <a:p>
            <a:pPr lvl="0"/>
            <a:r>
              <a:rPr lang="en-US" b="1" dirty="0" err="1"/>
              <a:t>Thêm</a:t>
            </a:r>
            <a:r>
              <a:rPr lang="en-US" b="1" dirty="0"/>
              <a:t> </a:t>
            </a:r>
            <a:r>
              <a:rPr lang="en-US" b="1" dirty="0" err="1"/>
              <a:t>sản</a:t>
            </a:r>
            <a:r>
              <a:rPr lang="en-US" b="1" dirty="0"/>
              <a:t> </a:t>
            </a:r>
            <a:r>
              <a:rPr lang="en-US" b="1" dirty="0" err="1"/>
              <a:t>phẩm</a:t>
            </a:r>
            <a:r>
              <a:rPr lang="en-US" b="1" dirty="0"/>
              <a:t> </a:t>
            </a:r>
            <a:r>
              <a:rPr lang="en-US" b="1" dirty="0" err="1"/>
              <a:t>vào</a:t>
            </a:r>
            <a:r>
              <a:rPr lang="en-US" b="1" dirty="0"/>
              <a:t> </a:t>
            </a:r>
            <a:r>
              <a:rPr lang="en-US" b="1" dirty="0" err="1"/>
              <a:t>giỏ</a:t>
            </a:r>
            <a:r>
              <a:rPr lang="en-US" b="1" dirty="0"/>
              <a:t> </a:t>
            </a:r>
            <a:r>
              <a:rPr lang="en-US" b="1" dirty="0" err="1"/>
              <a:t>hàng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bấm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Theo </a:t>
            </a:r>
            <a:r>
              <a:rPr lang="en-US" dirty="0" err="1"/>
              <a:t>dõi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b="1" dirty="0"/>
              <a:t>tin </a:t>
            </a:r>
            <a:r>
              <a:rPr lang="en-US" b="1" dirty="0" err="1"/>
              <a:t>tức</a:t>
            </a:r>
            <a:r>
              <a:rPr lang="en-US" b="1" dirty="0"/>
              <a:t>, </a:t>
            </a:r>
            <a:r>
              <a:rPr lang="en-US" b="1" dirty="0" err="1"/>
              <a:t>sự</a:t>
            </a:r>
            <a:r>
              <a:rPr lang="en-US" b="1" dirty="0"/>
              <a:t> </a:t>
            </a:r>
            <a:r>
              <a:rPr lang="en-US" b="1" dirty="0" err="1"/>
              <a:t>kiện</a:t>
            </a:r>
            <a:r>
              <a:rPr lang="en-US" b="1" dirty="0"/>
              <a:t> </a:t>
            </a:r>
            <a:r>
              <a:rPr lang="en-US" b="1" dirty="0" err="1"/>
              <a:t>hoặc</a:t>
            </a:r>
            <a:r>
              <a:rPr lang="en-US" b="1" dirty="0"/>
              <a:t> </a:t>
            </a:r>
            <a:r>
              <a:rPr lang="en-US" b="1" dirty="0" err="1"/>
              <a:t>chương</a:t>
            </a:r>
            <a:r>
              <a:rPr lang="en-US" b="1" dirty="0"/>
              <a:t> </a:t>
            </a:r>
            <a:r>
              <a:rPr lang="en-US" b="1" dirty="0" err="1"/>
              <a:t>trình</a:t>
            </a:r>
            <a:r>
              <a:rPr lang="en-US" b="1" dirty="0"/>
              <a:t> </a:t>
            </a:r>
            <a:r>
              <a:rPr lang="en-US" b="1" dirty="0" err="1"/>
              <a:t>ưu</a:t>
            </a:r>
            <a:r>
              <a:rPr lang="en-US" b="1" dirty="0"/>
              <a:t> </a:t>
            </a:r>
            <a:r>
              <a:rPr lang="en-US" b="1" dirty="0" err="1"/>
              <a:t>đãi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cửa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17" name="Content Placeholder 1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822" y="2160589"/>
            <a:ext cx="4184650" cy="2353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088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4. </a:t>
            </a:r>
            <a:r>
              <a:rPr lang="en-US" b="1" dirty="0" err="1">
                <a:solidFill>
                  <a:schemeClr val="tx1"/>
                </a:solidFill>
              </a:rPr>
              <a:t>Giao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diện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khách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hàng</a:t>
            </a:r>
            <a:r>
              <a:rPr lang="en-US" b="1" dirty="0">
                <a:solidFill>
                  <a:schemeClr val="tx1"/>
                </a:solidFill>
              </a:rPr>
              <a:t>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b="1" dirty="0" err="1"/>
              <a:t>Giỏ</a:t>
            </a:r>
            <a:r>
              <a:rPr lang="en-US" b="1" dirty="0"/>
              <a:t> </a:t>
            </a:r>
            <a:r>
              <a:rPr lang="en-US" b="1" dirty="0" err="1"/>
              <a:t>hàng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họ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Đây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,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mình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pic>
        <p:nvPicPr>
          <p:cNvPr id="7" name="Content Placeholder 6"/>
          <p:cNvPicPr>
            <a:picLocks noGrp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0485" y="2227688"/>
            <a:ext cx="4184650" cy="2353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386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4. </a:t>
            </a:r>
            <a:r>
              <a:rPr lang="en-US" b="1" dirty="0" err="1">
                <a:solidFill>
                  <a:schemeClr val="tx1"/>
                </a:solidFill>
              </a:rPr>
              <a:t>Giao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diện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khách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hàng</a:t>
            </a:r>
            <a:r>
              <a:rPr lang="en-US" b="1" dirty="0">
                <a:solidFill>
                  <a:schemeClr val="tx1"/>
                </a:solidFill>
              </a:rPr>
              <a:t>.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4367" y="1690326"/>
            <a:ext cx="4183062" cy="2352972"/>
          </a:xfrm>
          <a:prstGeom prst="rect">
            <a:avLst/>
          </a:prstGeom>
        </p:spPr>
      </p:pic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308964" y="2378303"/>
            <a:ext cx="4184034" cy="3880773"/>
          </a:xfrm>
        </p:spPr>
        <p:txBody>
          <a:bodyPr/>
          <a:lstStyle/>
          <a:p>
            <a:r>
              <a:rPr lang="en-US" b="1" dirty="0" smtClean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b="1" dirty="0" err="1"/>
              <a:t>Đơn</a:t>
            </a:r>
            <a:r>
              <a:rPr lang="en-US" b="1" dirty="0"/>
              <a:t> </a:t>
            </a:r>
            <a:r>
              <a:rPr lang="en-US" b="1" dirty="0" err="1"/>
              <a:t>hàng</a:t>
            </a:r>
            <a:r>
              <a:rPr lang="en-US" dirty="0"/>
              <a:t>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dõi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,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, </a:t>
            </a:r>
            <a:r>
              <a:rPr lang="en-US" dirty="0" err="1"/>
              <a:t>duyệt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249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5. </a:t>
            </a:r>
            <a:r>
              <a:rPr lang="en-US" b="1" dirty="0" err="1">
                <a:solidFill>
                  <a:schemeClr val="tx1"/>
                </a:solidFill>
              </a:rPr>
              <a:t>Giao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diện</a:t>
            </a:r>
            <a:r>
              <a:rPr lang="en-US" b="1" dirty="0">
                <a:solidFill>
                  <a:schemeClr val="tx1"/>
                </a:solidFill>
              </a:rPr>
              <a:t> Admin.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: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,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,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,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,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6" name="Content Placeholder 5"/>
          <p:cNvPicPr>
            <a:picLocks noGrp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525" y="2924278"/>
            <a:ext cx="4184650" cy="235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12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5. </a:t>
            </a:r>
            <a:r>
              <a:rPr lang="en-US" b="1" dirty="0" err="1">
                <a:solidFill>
                  <a:schemeClr val="tx1"/>
                </a:solidFill>
              </a:rPr>
              <a:t>Giao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diện</a:t>
            </a:r>
            <a:r>
              <a:rPr lang="en-US" b="1" dirty="0">
                <a:solidFill>
                  <a:schemeClr val="tx1"/>
                </a:solidFill>
              </a:rPr>
              <a:t> Admin.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Admin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,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tin, </a:t>
            </a:r>
            <a:r>
              <a:rPr lang="en-US" dirty="0" err="1"/>
              <a:t>xóa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.</a:t>
            </a:r>
            <a:endParaRPr lang="en-US" dirty="0"/>
          </a:p>
        </p:txBody>
      </p:sp>
      <p:pic>
        <p:nvPicPr>
          <p:cNvPr id="6" name="Content Placeholder 5"/>
          <p:cNvPicPr>
            <a:picLocks noGrp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2737" y="1556335"/>
            <a:ext cx="4184650" cy="235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526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5. </a:t>
            </a:r>
            <a:r>
              <a:rPr lang="en-US" b="1" dirty="0" err="1">
                <a:solidFill>
                  <a:schemeClr val="tx1"/>
                </a:solidFill>
              </a:rPr>
              <a:t>Giao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diện</a:t>
            </a:r>
            <a:r>
              <a:rPr lang="en-US" b="1" dirty="0">
                <a:solidFill>
                  <a:schemeClr val="tx1"/>
                </a:solidFill>
              </a:rPr>
              <a:t> Admin.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rPr lang="en-US" dirty="0" err="1" smtClean="0"/>
              <a:t>Danh</a:t>
            </a:r>
            <a:r>
              <a:rPr lang="en-US" dirty="0" smtClean="0"/>
              <a:t> </a:t>
            </a:r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hiển</a:t>
            </a:r>
            <a:r>
              <a:rPr lang="en-US" dirty="0" smtClean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(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ăn</a:t>
            </a:r>
            <a:r>
              <a:rPr lang="en-US" dirty="0" smtClean="0"/>
              <a:t> </a:t>
            </a:r>
            <a:r>
              <a:rPr lang="en-US" dirty="0" err="1" smtClean="0"/>
              <a:t>nhanh</a:t>
            </a:r>
            <a:r>
              <a:rPr lang="en-US" dirty="0" smtClean="0"/>
              <a:t>,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uống</a:t>
            </a:r>
            <a:r>
              <a:rPr lang="en-US" dirty="0"/>
              <a:t>,… ).</a:t>
            </a:r>
          </a:p>
          <a:p>
            <a:pPr lvl="0"/>
            <a:r>
              <a:rPr lang="en-US" dirty="0"/>
              <a:t>Admin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,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tin, </a:t>
            </a:r>
            <a:r>
              <a:rPr lang="en-US" dirty="0" err="1"/>
              <a:t>xóa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6" name="Content Placeholder 5"/>
          <p:cNvPicPr>
            <a:picLocks noGrp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352" y="1745039"/>
            <a:ext cx="4184650" cy="2355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013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5. </a:t>
            </a:r>
            <a:r>
              <a:rPr lang="en-US" b="1" dirty="0" err="1">
                <a:solidFill>
                  <a:schemeClr val="tx1"/>
                </a:solidFill>
              </a:rPr>
              <a:t>Giao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diện</a:t>
            </a:r>
            <a:r>
              <a:rPr lang="en-US" b="1" dirty="0">
                <a:solidFill>
                  <a:schemeClr val="tx1"/>
                </a:solidFill>
              </a:rPr>
              <a:t> Admin.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,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Chỉnh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(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→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/ </a:t>
            </a:r>
            <a:r>
              <a:rPr lang="en-US" dirty="0" err="1"/>
              <a:t>Hủy</a:t>
            </a:r>
            <a:r>
              <a:rPr lang="en-US" dirty="0"/>
              <a:t>).</a:t>
            </a:r>
          </a:p>
          <a:p>
            <a:endParaRPr lang="en-US" dirty="0"/>
          </a:p>
        </p:txBody>
      </p:sp>
      <p:pic>
        <p:nvPicPr>
          <p:cNvPr id="5" name="Content Placeholder 4"/>
          <p:cNvPicPr>
            <a:picLocks noGrp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154" y="1747868"/>
            <a:ext cx="4184650" cy="235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159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5. </a:t>
            </a:r>
            <a:r>
              <a:rPr lang="en-US" b="1" dirty="0" err="1">
                <a:solidFill>
                  <a:schemeClr val="tx1"/>
                </a:solidFill>
              </a:rPr>
              <a:t>Giao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diện</a:t>
            </a:r>
            <a:r>
              <a:rPr lang="en-US" b="1" dirty="0">
                <a:solidFill>
                  <a:schemeClr val="tx1"/>
                </a:solidFill>
              </a:rPr>
              <a:t> Admin.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xóa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khoản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5" name="Content Placeholder 4"/>
          <p:cNvPicPr>
            <a:picLocks noGrp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193" y="1930400"/>
            <a:ext cx="4184650" cy="2354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649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5. </a:t>
            </a:r>
            <a:r>
              <a:rPr lang="en-US" b="1" dirty="0" err="1" smtClean="0">
                <a:solidFill>
                  <a:schemeClr val="tx1"/>
                </a:solidFill>
              </a:rPr>
              <a:t>Giao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 err="1" smtClean="0">
                <a:solidFill>
                  <a:schemeClr val="tx1"/>
                </a:solidFill>
              </a:rPr>
              <a:t>diện</a:t>
            </a:r>
            <a:r>
              <a:rPr lang="en-US" b="1" dirty="0" smtClean="0">
                <a:solidFill>
                  <a:schemeClr val="tx1"/>
                </a:solidFill>
              </a:rPr>
              <a:t> Admin.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(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, email,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khẩu</a:t>
            </a:r>
            <a:r>
              <a:rPr lang="en-US" dirty="0"/>
              <a:t>, </a:t>
            </a:r>
            <a:r>
              <a:rPr lang="en-US" dirty="0" err="1"/>
              <a:t>vai</a:t>
            </a:r>
            <a:r>
              <a:rPr lang="en-US" dirty="0"/>
              <a:t> </a:t>
            </a:r>
            <a:r>
              <a:rPr lang="en-US" dirty="0" err="1"/>
              <a:t>trò</a:t>
            </a:r>
            <a:r>
              <a:rPr lang="en-US" dirty="0"/>
              <a:t>).</a:t>
            </a:r>
          </a:p>
          <a:p>
            <a:pPr lvl="0"/>
            <a:r>
              <a:rPr lang="en-US" dirty="0" err="1"/>
              <a:t>Chỉnh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5" name="Content Placeholder 4"/>
          <p:cNvPicPr>
            <a:picLocks noGrp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1113" y="2160589"/>
            <a:ext cx="4184650" cy="2354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596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6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KẾT LUẬN VÀ HƯỚNG PHÁT TRIỂN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Hoàn thiện hệ thống cơ bản</a:t>
            </a:r>
            <a:r>
              <a:rPr lang="vi-VN" dirty="0" smtClean="0"/>
              <a:t>.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Hỗ trợ quản lý đặt món, đơn hàng, khách hàng</a:t>
            </a:r>
            <a:r>
              <a:rPr lang="vi-VN" dirty="0" smtClean="0"/>
              <a:t>.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Giao diện thân thiện, hoạt động ổn định</a:t>
            </a:r>
            <a:r>
              <a:rPr lang="vi-VN" dirty="0" smtClean="0"/>
              <a:t>.</a:t>
            </a:r>
            <a:br>
              <a:rPr lang="vi-VN" dirty="0" smtClean="0"/>
            </a:br>
            <a:endParaRPr lang="en-US" dirty="0" smtClean="0"/>
          </a:p>
          <a:p>
            <a:r>
              <a:rPr lang="en-US" dirty="0" err="1" smtClean="0"/>
              <a:t>Hạn</a:t>
            </a:r>
            <a:r>
              <a:rPr lang="en-US" dirty="0" smtClean="0"/>
              <a:t> </a:t>
            </a:r>
            <a:r>
              <a:rPr lang="en-US" dirty="0" err="1" smtClean="0"/>
              <a:t>Chế</a:t>
            </a:r>
            <a:r>
              <a:rPr lang="en-US" dirty="0" smtClean="0"/>
              <a:t>: G</a:t>
            </a:r>
            <a:r>
              <a:rPr lang="vi-VN" dirty="0" smtClean="0"/>
              <a:t>iao </a:t>
            </a:r>
            <a:r>
              <a:rPr lang="vi-VN" dirty="0"/>
              <a:t>diện chưa đẹp, chưa có thanh toán online.</a:t>
            </a:r>
            <a:endParaRPr lang="en-US" dirty="0" smtClean="0"/>
          </a:p>
          <a:p>
            <a:r>
              <a:rPr lang="en-US" dirty="0" err="1" smtClean="0"/>
              <a:t>Hướng</a:t>
            </a:r>
            <a:r>
              <a:rPr lang="en-US" dirty="0" smtClean="0"/>
              <a:t> </a:t>
            </a:r>
            <a:r>
              <a:rPr lang="en-US" dirty="0" err="1" smtClean="0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 smtClean="0"/>
              <a:t>: </a:t>
            </a:r>
            <a:r>
              <a:rPr lang="en-US" dirty="0" err="1"/>
              <a:t>T</a:t>
            </a:r>
            <a:r>
              <a:rPr lang="en-US" dirty="0" err="1" smtClean="0"/>
              <a:t>hêm</a:t>
            </a:r>
            <a:r>
              <a:rPr lang="en-US" dirty="0" smtClean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,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,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</a:t>
            </a:r>
            <a:r>
              <a:rPr lang="en-US" dirty="0" err="1"/>
              <a:t>nâng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, </a:t>
            </a:r>
            <a:r>
              <a:rPr lang="en-US" dirty="0" err="1"/>
              <a:t>cải</a:t>
            </a:r>
            <a:r>
              <a:rPr lang="en-US" dirty="0"/>
              <a:t> </a:t>
            </a:r>
            <a:r>
              <a:rPr lang="en-US" dirty="0" err="1"/>
              <a:t>thiện</a:t>
            </a:r>
            <a:r>
              <a:rPr lang="en-US" dirty="0"/>
              <a:t> UI/UX.</a:t>
            </a:r>
          </a:p>
        </p:txBody>
      </p:sp>
    </p:spTree>
    <p:extLst>
      <p:ext uri="{BB962C8B-B14F-4D97-AF65-F5344CB8AC3E}">
        <p14:creationId xmlns:p14="http://schemas.microsoft.com/office/powerpoint/2010/main" val="394559779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131</TotalTime>
  <Words>573</Words>
  <Application>Microsoft Office PowerPoint</Application>
  <PresentationFormat>Widescreen</PresentationFormat>
  <Paragraphs>55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Tahoma</vt:lpstr>
      <vt:lpstr>Trebuchet MS</vt:lpstr>
      <vt:lpstr>Wingdings 3</vt:lpstr>
      <vt:lpstr>Facet</vt:lpstr>
      <vt:lpstr>Đề tài: HỆ THỐNG BÁN ĐỒ ĂN NHANH</vt:lpstr>
      <vt:lpstr>1.Giới thiệu đề bài.</vt:lpstr>
      <vt:lpstr>2. Phân tích hệ thống.</vt:lpstr>
      <vt:lpstr>3. Thiết kế cơ sở dữ liệu.</vt:lpstr>
      <vt:lpstr>4. Giao diện khách hàng.</vt:lpstr>
      <vt:lpstr>4. Giao diện khách hàng.</vt:lpstr>
      <vt:lpstr>4. Giao diện khách hàng.</vt:lpstr>
      <vt:lpstr>5. Giao diện Admin.</vt:lpstr>
      <vt:lpstr>5. Giao diện Admin.</vt:lpstr>
      <vt:lpstr>5. Giao diện Admin.</vt:lpstr>
      <vt:lpstr>5. Giao diện Admin.</vt:lpstr>
      <vt:lpstr>5. Giao diện Admin.</vt:lpstr>
      <vt:lpstr>5. Giao diện Admin.</vt:lpstr>
      <vt:lpstr>6. KẾT LUẬN VÀ HƯỚNG PHÁT TRIỂN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Đề tài: HỆ THỐNG BÁN ĐỒ ĂN NHANH</dc:title>
  <dc:creator>Windows User</dc:creator>
  <cp:lastModifiedBy>Windows User</cp:lastModifiedBy>
  <cp:revision>9</cp:revision>
  <dcterms:created xsi:type="dcterms:W3CDTF">2025-10-06T03:13:06Z</dcterms:created>
  <dcterms:modified xsi:type="dcterms:W3CDTF">2025-10-06T05:24:40Z</dcterms:modified>
</cp:coreProperties>
</file>